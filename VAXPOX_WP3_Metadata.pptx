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VAXPOX Molecular Virology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BDD7EE"/>
                </a:solidFill>
              </a:defRPr>
            </a:pPr>
            <a:r>
              <a:t>Standardised Metadata Collection Across African Sites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Current Metadata Being Collected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DEMOGRAPHIC DATA: Year of birth, Sex, Place of residence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CLINICAL DATA: Symptom onset, Number of lesions, Vaccination history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MEDICAL HISTORY: Previous mpox infection, Febrile rash history, Underlying conditions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EPIDEMIOLOGICAL DATA: Profession, Contact history (patients &amp; animals)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BIOLOGICAL DATA: Sampling date, Sample type, PCR result &amp; Ct value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SEQUENCING DATA: Complete MPXV genomes, Quality scores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Consistent collection across: CAM • CI • MADA • RCA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Key Findings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KEY FINDINGS: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All 4 sites collect identical core metadata sets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Selection criterion consistent: PCR Ct ≤ 30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Data sourced from national mpox surveillance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NEXT STEPS: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Standardise metadata format &amp; field definitions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Harmonise data submission protocols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Establish shared repository for sequences &amp; metadata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Coordinate sequencing technology approaches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